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88952" cy="18288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0" y="457200"/>
            <a:ext cx="1645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103601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 dirty="0">
                <a:solidFill>
                  <a:srgbClr val="FFFFFF"/>
                </a:solidFill>
              </a:rPr>
              <a:t>SISTEMA LIBRO FISCAL</a:t>
            </a:r>
            <a:r>
              <a:rPr lang="es-ES" sz="3600" b="1" i="0">
                <a:solidFill>
                  <a:srgbClr val="FFFFFF"/>
                </a:solidFill>
              </a:rPr>
              <a:t> </a:t>
            </a:r>
            <a:r>
              <a:rPr lang="es-ES" sz="3600" b="1">
                <a:solidFill>
                  <a:srgbClr val="FFFFFF"/>
                </a:solidFill>
              </a:rPr>
              <a:t>M</a:t>
            </a:r>
            <a:r>
              <a:rPr lang="es-ES" sz="3600" b="1" i="0">
                <a:solidFill>
                  <a:srgbClr val="FFFFFF"/>
                </a:solidFill>
              </a:rPr>
              <a:t>oney </a:t>
            </a:r>
            <a:r>
              <a:rPr lang="es-ES" sz="3600" b="1" dirty="0">
                <a:solidFill>
                  <a:srgbClr val="FFFFFF"/>
                </a:solidFill>
              </a:rPr>
              <a:t>C</a:t>
            </a:r>
            <a:r>
              <a:rPr lang="es-ES" sz="3600" b="1" i="0">
                <a:solidFill>
                  <a:srgbClr val="FFFFFF"/>
                </a:solidFill>
              </a:rPr>
              <a:t>ontrol</a:t>
            </a:r>
            <a:endParaRPr sz="3600" b="1" i="0" dirty="0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BBDEFB"/>
                </a:solidFill>
              </a:rPr>
              <a:t>&amp; CONTROL DE INVENTARIO DE REFRIGERACION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Documentacion Tecnica del Sistema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66928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BBDEFB"/>
                </a:solidFill>
              </a:rPr>
              <a:t>2 de mayo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731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</a:rPr>
              <a:t>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Que hace el sistema?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BDEFB"/>
                </a:solidFill>
              </a:rPr>
              <a:t>Vision general de los modulos principales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3749039" cy="1645920"/>
          </a:xfrm>
          <a:prstGeom prst="rect">
            <a:avLst/>
          </a:prstGeom>
          <a:solidFill>
            <a:srgbClr val="F5F7FA"/>
          </a:solidFill>
          <a:ln w="63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3749039" cy="36576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271016"/>
            <a:ext cx="35661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📖  Libros Fiscales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1673352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Crea y administra libros contables por NIT y ano fiscal.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234440"/>
            <a:ext cx="3749039" cy="1645920"/>
          </a:xfrm>
          <a:prstGeom prst="rect">
            <a:avLst/>
          </a:prstGeom>
          <a:solidFill>
            <a:srgbClr val="F5F7FA"/>
          </a:solidFill>
          <a:ln w="63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06240" y="1234440"/>
            <a:ext cx="3749039" cy="36576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97679" y="1271016"/>
            <a:ext cx="35661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💰  Movimientos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1673352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Registra ingresos y egresos. El saldo se calcula automaticamente.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234440"/>
            <a:ext cx="3749039" cy="1645920"/>
          </a:xfrm>
          <a:prstGeom prst="rect">
            <a:avLst/>
          </a:prstGeom>
          <a:solidFill>
            <a:srgbClr val="F5F7FA"/>
          </a:solidFill>
          <a:ln w="63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38160" y="1234440"/>
            <a:ext cx="3749039" cy="36576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0" y="1271016"/>
            <a:ext cx="35661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📤  Exportar Excel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1673352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Descarga el libro fiscal completo en formato .xlsx.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063240"/>
            <a:ext cx="3749039" cy="1645920"/>
          </a:xfrm>
          <a:prstGeom prst="rect">
            <a:avLst/>
          </a:prstGeom>
          <a:solidFill>
            <a:srgbClr val="F5F7FA"/>
          </a:solidFill>
          <a:ln w="63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74320" y="3063240"/>
            <a:ext cx="3749039" cy="36576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5760" y="3099816"/>
            <a:ext cx="35661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📦  Inventario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79" y="3502152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Controla el stock de productos de refrigeracion.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06240" y="3063240"/>
            <a:ext cx="3749039" cy="1645920"/>
          </a:xfrm>
          <a:prstGeom prst="rect">
            <a:avLst/>
          </a:prstGeom>
          <a:solidFill>
            <a:srgbClr val="F5F7FA"/>
          </a:solidFill>
          <a:ln w="63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206240" y="3063240"/>
            <a:ext cx="3749039" cy="36576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297679" y="3099816"/>
            <a:ext cx="35661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⚠️  Alertas por Correo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3502152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Notifica automaticamente sobre productos vencidos o en bajo stock.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38160" y="3063240"/>
            <a:ext cx="3749039" cy="1645920"/>
          </a:xfrm>
          <a:prstGeom prst="rect">
            <a:avLst/>
          </a:prstGeom>
          <a:solidFill>
            <a:srgbClr val="F5F7FA"/>
          </a:solidFill>
          <a:ln w="63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138160" y="3063240"/>
            <a:ext cx="3749039" cy="36576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600" y="3099816"/>
            <a:ext cx="35661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📋  Auditoria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3502152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Registra cada accion realizada: quien, que, cuando y desde donde.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731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</a:rPr>
              <a:t>🗃️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Modelo Entidad-Relacion (MER)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BDEFB"/>
                </a:solidFill>
              </a:rPr>
              <a:t>Las 6 tablas principales de la base de datos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188720"/>
            <a:ext cx="3474720" cy="4114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1243584"/>
            <a:ext cx="32918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USUARIO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600200"/>
            <a:ext cx="3474720" cy="1965960"/>
          </a:xfrm>
          <a:prstGeom prst="rect">
            <a:avLst/>
          </a:prstGeom>
          <a:solidFill>
            <a:srgbClr val="F5F7FA"/>
          </a:solidFill>
          <a:ln w="635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" y="1664208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▪  id, nombre, email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10312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▪  password, 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542032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▪  activo, preferencias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2980944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▪  created_at, updated_at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188720"/>
            <a:ext cx="3474720" cy="41148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89120" y="1243584"/>
            <a:ext cx="32918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SESION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1600200"/>
            <a:ext cx="3474720" cy="1965960"/>
          </a:xfrm>
          <a:prstGeom prst="rect">
            <a:avLst/>
          </a:prstGeom>
          <a:solidFill>
            <a:srgbClr val="F5F7FA"/>
          </a:solidFill>
          <a:ln w="63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34840" y="1664208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▪  id, usuario_id (FK)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210312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▪  token, 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2542032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▪  user_agent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2980944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▪  expires_at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0" y="1188720"/>
            <a:ext cx="3474720" cy="411480"/>
          </a:xfrm>
          <a:prstGeom prst="rect">
            <a:avLst/>
          </a:prstGeom>
          <a:solidFill>
            <a:srgbClr val="00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03919" y="1243584"/>
            <a:ext cx="32918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AUDITORIA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12480" y="1600200"/>
            <a:ext cx="3474720" cy="1965960"/>
          </a:xfrm>
          <a:prstGeom prst="rect">
            <a:avLst/>
          </a:prstGeom>
          <a:solidFill>
            <a:srgbClr val="F5F7FA"/>
          </a:solidFill>
          <a:ln w="6350">
            <a:solidFill>
              <a:srgbClr val="008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49640" y="1664208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▪  id, usuario_id (FK)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210312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▪  accion, entidad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49640" y="2542032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▪  entidad_id, detalle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49640" y="2980944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▪  ip, created_at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2880" y="3749039"/>
            <a:ext cx="3474720" cy="41148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74320" y="3803903"/>
            <a:ext cx="32918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LIBRO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2880" y="4160520"/>
            <a:ext cx="3474720" cy="1965960"/>
          </a:xfrm>
          <a:prstGeom prst="rect">
            <a:avLst/>
          </a:prstGeom>
          <a:solidFill>
            <a:srgbClr val="F5F7FA"/>
          </a:solidFill>
          <a:ln w="63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20040" y="4224527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▪  id, propietario_id (FK)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" y="466344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▪  nombre, nit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" y="5102351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▪  anio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" y="5541263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▪  created_at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97680" y="3749039"/>
            <a:ext cx="3474720" cy="41148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389120" y="3803903"/>
            <a:ext cx="32918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MOVIMIENTO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97680" y="4160520"/>
            <a:ext cx="3474720" cy="1965960"/>
          </a:xfrm>
          <a:prstGeom prst="rect">
            <a:avLst/>
          </a:prstGeom>
          <a:solidFill>
            <a:srgbClr val="F5F7FA"/>
          </a:solidFill>
          <a:ln w="635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434840" y="4224527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▪  id, libro_id (FK)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34840" y="466344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▪  fecha, descripcion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34840" y="5102351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▪  ingresos, egresos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34840" y="5541263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▪  saldo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12480" y="3749039"/>
            <a:ext cx="3474720" cy="41148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503919" y="3803903"/>
            <a:ext cx="32918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PRODUCTO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412480" y="4160520"/>
            <a:ext cx="3474720" cy="1965960"/>
          </a:xfrm>
          <a:prstGeom prst="rect">
            <a:avLst/>
          </a:prstGeom>
          <a:solidFill>
            <a:srgbClr val="F5F7FA"/>
          </a:solidFill>
          <a:ln w="6350"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549640" y="4224527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▪  id, propietario_id (FK)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49640" y="466344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▪  nombre, categoria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49640" y="5102351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▪  stock_actual, stock_minimo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49640" y="5541263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▪  fecha_vencimiento, dias_alerta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731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</a:rPr>
              <a:t>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Relaciones entre Entidades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BDEFB"/>
                </a:solidFill>
              </a:rPr>
              <a:t>Como se conectan las tablas entre si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2286000" cy="5029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1316736"/>
            <a:ext cx="21945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Entidad Origen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0" y="1280160"/>
            <a:ext cx="1371600" cy="5029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606039" y="1316736"/>
            <a:ext cx="12801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Relacion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0" y="1280160"/>
            <a:ext cx="2286000" cy="5029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977639" y="1316736"/>
            <a:ext cx="21945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Entidad Destino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280160"/>
            <a:ext cx="5669280" cy="5029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63640" y="1316736"/>
            <a:ext cx="55778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Descripcion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783080"/>
            <a:ext cx="2286000" cy="502920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0040" y="1810512"/>
            <a:ext cx="219456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USUARIO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0" y="1783080"/>
            <a:ext cx="1371600" cy="502920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606039" y="1810512"/>
            <a:ext cx="128016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1 : 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31920" y="1783080"/>
            <a:ext cx="2286000" cy="502920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977639" y="1810512"/>
            <a:ext cx="219456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SESION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783080"/>
            <a:ext cx="5669280" cy="502920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63640" y="1810512"/>
            <a:ext cx="557784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Un usuario puede tener multiples sesiones activas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286000"/>
            <a:ext cx="22860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20040" y="2313432"/>
            <a:ext cx="219456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USUARIO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60320" y="2286000"/>
            <a:ext cx="1371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606039" y="2313432"/>
            <a:ext cx="128016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1 : 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31920" y="2286000"/>
            <a:ext cx="22860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977639" y="2313432"/>
            <a:ext cx="219456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AUDITORIA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2286000"/>
            <a:ext cx="56692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263640" y="2313432"/>
            <a:ext cx="557784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Un usuario genera multiples registros de auditoria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2788920"/>
            <a:ext cx="2286000" cy="502920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20040" y="2816351"/>
            <a:ext cx="219456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USUARIO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60320" y="2788920"/>
            <a:ext cx="1371600" cy="502920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606039" y="2816351"/>
            <a:ext cx="128016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1 : 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931920" y="2788920"/>
            <a:ext cx="2286000" cy="502920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977639" y="2816351"/>
            <a:ext cx="219456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LIBRO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2788920"/>
            <a:ext cx="5669280" cy="502920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263640" y="2816351"/>
            <a:ext cx="557784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Un usuario es propietario de multiples libros fiscales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3291840"/>
            <a:ext cx="22860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20040" y="3319272"/>
            <a:ext cx="219456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USUARIO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560320" y="3291840"/>
            <a:ext cx="1371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606039" y="3319272"/>
            <a:ext cx="128016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1 : 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931920" y="3291840"/>
            <a:ext cx="22860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977639" y="3319272"/>
            <a:ext cx="219456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PRODUCTO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17920" y="3291840"/>
            <a:ext cx="56692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263640" y="3319272"/>
            <a:ext cx="557784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Un usuario administra multiples productos de inventario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3794760"/>
            <a:ext cx="2286000" cy="502920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20040" y="3822192"/>
            <a:ext cx="219456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LIBRO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560320" y="3794760"/>
            <a:ext cx="1371600" cy="502920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606039" y="3822192"/>
            <a:ext cx="128016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1 : 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931920" y="3794760"/>
            <a:ext cx="2286000" cy="502920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977639" y="3822192"/>
            <a:ext cx="219456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MOVIMIENTO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17920" y="3794760"/>
            <a:ext cx="5669280" cy="502920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263640" y="3822192"/>
            <a:ext cx="557784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Un libro contiene multiples movimientos contables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731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</a:rPr>
              <a:t>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Diccionario de Datos — USUARIO y LIBRO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14300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7E"/>
                </a:solidFill>
              </a:rPr>
              <a:t>Tabla: usuarios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17320"/>
            <a:ext cx="2011680" cy="34747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145389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Campo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1417320"/>
            <a:ext cx="2011680" cy="34747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331720" y="145389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Tipo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417320"/>
            <a:ext cx="731520" cy="34747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43400" y="145389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Nulo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0" y="1417320"/>
            <a:ext cx="2926080" cy="34747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74920" y="1453896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Descripcion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764792"/>
            <a:ext cx="201168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0040" y="1792224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id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0" y="1764792"/>
            <a:ext cx="201168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331720" y="1792224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BigInt PK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1764792"/>
            <a:ext cx="73152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43400" y="1792224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No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0" y="1764792"/>
            <a:ext cx="292608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74920" y="1792224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Identificador unico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112264"/>
            <a:ext cx="20116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20040" y="2139696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nombre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0" y="2112264"/>
            <a:ext cx="20116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331720" y="2139696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varchar(150)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97680" y="2112264"/>
            <a:ext cx="7315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343400" y="2139696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No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0" y="2112264"/>
            <a:ext cx="29260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74920" y="2139696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Nombre completo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2459736"/>
            <a:ext cx="201168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20040" y="2487168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email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0" y="2459736"/>
            <a:ext cx="201168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331720" y="2487168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varchar unico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97680" y="2459736"/>
            <a:ext cx="73152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343400" y="2487168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No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0" y="2459736"/>
            <a:ext cx="292608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074920" y="2487168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Login del usuario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2807208"/>
            <a:ext cx="20116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20040" y="283464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rol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86000" y="2807208"/>
            <a:ext cx="20116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331720" y="283464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varchar(10)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97680" y="2807208"/>
            <a:ext cx="7315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343400" y="2834640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No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0" y="2807208"/>
            <a:ext cx="29260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074920" y="2834640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admin o usuario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3154680"/>
            <a:ext cx="201168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20040" y="3182112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activo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286000" y="3154680"/>
            <a:ext cx="201168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331720" y="3182112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boolean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297680" y="3154680"/>
            <a:ext cx="73152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343400" y="3182112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No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29200" y="3154680"/>
            <a:ext cx="292608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074920" y="3182112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Cuenta habilitada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3502152"/>
            <a:ext cx="20116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20040" y="3529584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pref_currency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286000" y="3502152"/>
            <a:ext cx="20116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2331720" y="3529584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varchar(3)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297680" y="3502152"/>
            <a:ext cx="7315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343400" y="3529584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No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029200" y="3502152"/>
            <a:ext cx="29260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074920" y="3529584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Moneda (GTQ)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74320" y="3849624"/>
            <a:ext cx="201168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320040" y="3877056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created_at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286000" y="3849624"/>
            <a:ext cx="201168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2331720" y="3877056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datetime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297680" y="3849624"/>
            <a:ext cx="73152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343400" y="3877056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No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029200" y="3849624"/>
            <a:ext cx="292608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5074920" y="3877056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Fecha de creacion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217920" y="114300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7E"/>
                </a:solidFill>
              </a:rPr>
              <a:t>Tabla: libro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217920" y="1417320"/>
            <a:ext cx="2011680" cy="34747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263640" y="145389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Campo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229600" y="1417320"/>
            <a:ext cx="2286000" cy="34747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8275320" y="145389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Tipo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515600" y="1417320"/>
            <a:ext cx="731520" cy="34747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10561320" y="145389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Nulo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1247120" y="1417320"/>
            <a:ext cx="2743200" cy="34747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11292840" y="1453896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Descripcion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217920" y="1764792"/>
            <a:ext cx="201168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6263640" y="1792224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id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229600" y="1764792"/>
            <a:ext cx="228600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8275320" y="1792224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BigInt PK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0515600" y="1764792"/>
            <a:ext cx="73152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10561320" y="1792224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No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1247120" y="1764792"/>
            <a:ext cx="274320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11292840" y="1792224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Identificador unico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217920" y="2112264"/>
            <a:ext cx="20116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6263640" y="2139696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propietario_id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229600" y="2112264"/>
            <a:ext cx="22860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8275320" y="2139696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BigInt FK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0515600" y="2112264"/>
            <a:ext cx="7315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10561320" y="2139696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Si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1247120" y="2112264"/>
            <a:ext cx="27432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11292840" y="2139696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Referencia al usuario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217920" y="2459736"/>
            <a:ext cx="201168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6263640" y="2487168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nombre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229600" y="2459736"/>
            <a:ext cx="228600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8275320" y="2487168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varchar(200)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0515600" y="2459736"/>
            <a:ext cx="73152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10561320" y="2487168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No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1247120" y="2459736"/>
            <a:ext cx="274320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11292840" y="2487168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Nombre empresa/persona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217920" y="2807208"/>
            <a:ext cx="20116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6263640" y="283464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nit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229600" y="2807208"/>
            <a:ext cx="22860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8275320" y="283464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varchar(50)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0515600" y="2807208"/>
            <a:ext cx="7315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10561320" y="2834640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No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11247120" y="2807208"/>
            <a:ext cx="27432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11292840" y="2834640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NIT tributario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217920" y="3154680"/>
            <a:ext cx="201168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6263640" y="3182112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anio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229600" y="3154680"/>
            <a:ext cx="228600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8275320" y="3182112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int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0515600" y="3154680"/>
            <a:ext cx="73152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10561320" y="3182112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No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1247120" y="3154680"/>
            <a:ext cx="274320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11292840" y="3182112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Anio fiscal del libro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6217920" y="3502152"/>
            <a:ext cx="20116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6263640" y="3529584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created_at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8229600" y="3502152"/>
            <a:ext cx="22860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8275320" y="3529584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datetime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0515600" y="3502152"/>
            <a:ext cx="7315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10561320" y="3529584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No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11247120" y="3502152"/>
            <a:ext cx="27432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11292840" y="3529584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Fecha de creacion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217920" y="3849624"/>
            <a:ext cx="201168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6263640" y="3877056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(Unico)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8229600" y="3849624"/>
            <a:ext cx="228600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8275320" y="3877056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(propietario,nit,anio)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10515600" y="3849624"/>
            <a:ext cx="73152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10561320" y="3877056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-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11247120" y="3849624"/>
            <a:ext cx="274320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11292840" y="3877056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Sin duplicados por usuario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731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</a:rPr>
              <a:t>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Diccionario de Datos — MOVIMIENTO y PRODUCTO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14300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7E"/>
                </a:solidFill>
              </a:rPr>
              <a:t>Tabla: movimientos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17320"/>
            <a:ext cx="2011680" cy="34747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145389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Campo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1417320"/>
            <a:ext cx="2011680" cy="34747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331720" y="145389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Tipo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417320"/>
            <a:ext cx="731520" cy="34747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43400" y="145389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Nulo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0" y="1417320"/>
            <a:ext cx="2926080" cy="34747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74920" y="1453896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Descripcion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764792"/>
            <a:ext cx="201168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0040" y="1792224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id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0" y="1764792"/>
            <a:ext cx="201168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331720" y="1792224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BigInt PK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1764792"/>
            <a:ext cx="73152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43400" y="1792224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No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0" y="1764792"/>
            <a:ext cx="292608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74920" y="1792224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Identificador unico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112264"/>
            <a:ext cx="20116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20040" y="2139696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libro_id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0" y="2112264"/>
            <a:ext cx="20116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331720" y="2139696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BigInt FK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97680" y="2112264"/>
            <a:ext cx="7315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343400" y="2139696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Si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0" y="2112264"/>
            <a:ext cx="29260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74920" y="2139696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Libro al que pertenece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2459736"/>
            <a:ext cx="201168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20040" y="2487168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fecha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0" y="2459736"/>
            <a:ext cx="201168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331720" y="2487168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date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97680" y="2459736"/>
            <a:ext cx="73152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343400" y="2487168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No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0" y="2459736"/>
            <a:ext cx="292608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074920" y="2487168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Fecha del movimiento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2807208"/>
            <a:ext cx="20116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20040" y="283464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descripcion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86000" y="2807208"/>
            <a:ext cx="20116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331720" y="283464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varchar(255)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97680" y="2807208"/>
            <a:ext cx="7315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343400" y="2834640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No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0" y="2807208"/>
            <a:ext cx="29260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074920" y="2834640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Concepto o detalle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3154680"/>
            <a:ext cx="201168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20040" y="3182112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ingresos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286000" y="3154680"/>
            <a:ext cx="201168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331720" y="3182112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decimal(14,2)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297680" y="3154680"/>
            <a:ext cx="73152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343400" y="3182112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No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29200" y="3154680"/>
            <a:ext cx="292608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074920" y="3182112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Monto de ingreso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3502152"/>
            <a:ext cx="20116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20040" y="3529584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egresos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286000" y="3502152"/>
            <a:ext cx="20116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2331720" y="3529584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decimal(14,2)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297680" y="3502152"/>
            <a:ext cx="7315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343400" y="3529584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No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029200" y="3502152"/>
            <a:ext cx="29260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074920" y="3529584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Monto de egreso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74320" y="3849624"/>
            <a:ext cx="201168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320040" y="3877056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saldo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286000" y="3849624"/>
            <a:ext cx="201168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2331720" y="3877056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decimal(14,2)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297680" y="3849624"/>
            <a:ext cx="73152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343400" y="3877056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No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029200" y="3849624"/>
            <a:ext cx="292608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5074920" y="3877056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Saldo acumulado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217920" y="114300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7E"/>
                </a:solidFill>
              </a:rPr>
              <a:t>Tabla: inventario_producto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217920" y="1417320"/>
            <a:ext cx="2194560" cy="34747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263640" y="145389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Campo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412480" y="1417320"/>
            <a:ext cx="2103120" cy="34747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8458200" y="1453896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Tipo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515600" y="1417320"/>
            <a:ext cx="731520" cy="34747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10561320" y="145389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Nulo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1247120" y="1417320"/>
            <a:ext cx="2560320" cy="34747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11292840" y="1453896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Descripcion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217920" y="1764792"/>
            <a:ext cx="219456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6263640" y="1792224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id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412480" y="1764792"/>
            <a:ext cx="210312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8458200" y="1792224"/>
            <a:ext cx="20116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BigInt PK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0515600" y="1764792"/>
            <a:ext cx="73152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10561320" y="1792224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No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1247120" y="1764792"/>
            <a:ext cx="256032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11292840" y="1792224"/>
            <a:ext cx="2468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Identificador unico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217920" y="2112264"/>
            <a:ext cx="21945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6263640" y="2139696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propietario_id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412480" y="2112264"/>
            <a:ext cx="21031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8458200" y="2139696"/>
            <a:ext cx="20116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BigInt FK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0515600" y="2112264"/>
            <a:ext cx="7315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10561320" y="2139696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Si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1247120" y="2112264"/>
            <a:ext cx="25603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11292840" y="2139696"/>
            <a:ext cx="2468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Dueno del producto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217920" y="2459736"/>
            <a:ext cx="219456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6263640" y="2487168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nombre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412480" y="2459736"/>
            <a:ext cx="210312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8458200" y="2487168"/>
            <a:ext cx="20116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varchar(180)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0515600" y="2459736"/>
            <a:ext cx="73152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10561320" y="2487168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No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1247120" y="2459736"/>
            <a:ext cx="256032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11292840" y="2487168"/>
            <a:ext cx="2468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Nombre del producto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217920" y="2807208"/>
            <a:ext cx="21945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6263640" y="2834640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stock_actual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412480" y="2807208"/>
            <a:ext cx="21031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8458200" y="2834640"/>
            <a:ext cx="20116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decimal(12,2)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0515600" y="2807208"/>
            <a:ext cx="7315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10561320" y="2834640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No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11247120" y="2807208"/>
            <a:ext cx="25603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11292840" y="2834640"/>
            <a:ext cx="2468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Unidades en bodega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217920" y="3154680"/>
            <a:ext cx="219456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6263640" y="318211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stock_minimo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412480" y="3154680"/>
            <a:ext cx="210312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8458200" y="3182112"/>
            <a:ext cx="20116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decimal(12,2)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0515600" y="3154680"/>
            <a:ext cx="73152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10561320" y="3182112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No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1247120" y="3154680"/>
            <a:ext cx="256032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11292840" y="3182112"/>
            <a:ext cx="2468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Minimo antes de alerta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6217920" y="3502152"/>
            <a:ext cx="21945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6263640" y="3529584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fecha_vencimiento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8412480" y="3502152"/>
            <a:ext cx="21031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8458200" y="3529584"/>
            <a:ext cx="20116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date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0515600" y="3502152"/>
            <a:ext cx="7315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10561320" y="3529584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Si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11247120" y="3502152"/>
            <a:ext cx="25603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11292840" y="3529584"/>
            <a:ext cx="2468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Cuando vence el producto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217920" y="3849624"/>
            <a:ext cx="219456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6263640" y="3877056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dias_alerta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8412480" y="3849624"/>
            <a:ext cx="210312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8458200" y="3877056"/>
            <a:ext cx="20116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int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10515600" y="3849624"/>
            <a:ext cx="73152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10561320" y="3877056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No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11247120" y="3849624"/>
            <a:ext cx="256032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11292840" y="3877056"/>
            <a:ext cx="2468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Dias previos para alertar (30)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731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</a:rPr>
              <a:t>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Casos de Uso — Parte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BDEFB"/>
                </a:solidFill>
              </a:rPr>
              <a:t>Las acciones principales que pueden realizar los usuarios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5577840" cy="2011680"/>
          </a:xfrm>
          <a:prstGeom prst="rect">
            <a:avLst/>
          </a:prstGeom>
          <a:solidFill>
            <a:srgbClr val="F5F7FA"/>
          </a:solidFill>
          <a:ln w="63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280160"/>
            <a:ext cx="5577840" cy="38404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1325880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CU-01  🆕 Registrar Usuario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1755648"/>
            <a:ext cx="53035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Usuario nuevo ingresa nombre, correo y contrasena. El sistema valida y crea la cuenta con tokens JWT.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79" y="1280160"/>
            <a:ext cx="5577840" cy="2011680"/>
          </a:xfrm>
          <a:prstGeom prst="rect">
            <a:avLst/>
          </a:prstGeom>
          <a:solidFill>
            <a:srgbClr val="F5F7FA"/>
          </a:solidFill>
          <a:ln w="6350">
            <a:solidFill>
              <a:srgbClr val="008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26479" y="1280160"/>
            <a:ext cx="5577840" cy="384048"/>
          </a:xfrm>
          <a:prstGeom prst="rect">
            <a:avLst/>
          </a:prstGeom>
          <a:solidFill>
            <a:srgbClr val="00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36207" y="1325880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CU-02  🔑 Iniciar Sesion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755648"/>
            <a:ext cx="53035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El usuario ingresa credenciales. El sistema valida y devuelve tokens de acceso y refresco.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566160"/>
            <a:ext cx="5577840" cy="2011680"/>
          </a:xfrm>
          <a:prstGeom prst="rect">
            <a:avLst/>
          </a:prstGeom>
          <a:solidFill>
            <a:srgbClr val="F5F7FA"/>
          </a:solidFill>
          <a:ln w="63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74320" y="3566160"/>
            <a:ext cx="5577840" cy="38404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4048" y="3611879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CU-03  📖 Gestionar Libros Fiscales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79" y="4041648"/>
            <a:ext cx="53035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Crear, editar y eliminar libros con nombre, NIT y anio. No permite duplicados por usuario.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79" y="3566160"/>
            <a:ext cx="5577840" cy="2011680"/>
          </a:xfrm>
          <a:prstGeom prst="rect">
            <a:avLst/>
          </a:prstGeom>
          <a:solidFill>
            <a:srgbClr val="F5F7FA"/>
          </a:solidFill>
          <a:ln w="635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26479" y="3566160"/>
            <a:ext cx="5577840" cy="384048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36207" y="3611879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CU-04  💵 Registrar Movimientos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4041648"/>
            <a:ext cx="53035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Agregar ingresos y egresos a un libro. El saldo se calcula y guarda automaticamente.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731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</a:rPr>
              <a:t>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Casos de Uso — Parte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BDEFB"/>
                </a:solidFill>
              </a:rPr>
              <a:t>Exportacion, inventario, alertas y auditoria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5577840" cy="2011680"/>
          </a:xfrm>
          <a:prstGeom prst="rect">
            <a:avLst/>
          </a:prstGeom>
          <a:solidFill>
            <a:srgbClr val="F5F7FA"/>
          </a:solidFill>
          <a:ln w="63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280160"/>
            <a:ext cx="5577840" cy="38404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1325880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CU-05  📤 Exportar a Excel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1755648"/>
            <a:ext cx="53035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El usuario descarga su libro fiscal en formato .xlsx con todos los movimientos registrados.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79" y="1280160"/>
            <a:ext cx="5577840" cy="2011680"/>
          </a:xfrm>
          <a:prstGeom prst="rect">
            <a:avLst/>
          </a:prstGeom>
          <a:solidFill>
            <a:srgbClr val="F5F7FA"/>
          </a:solidFill>
          <a:ln w="6350">
            <a:solidFill>
              <a:srgbClr val="008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26479" y="1280160"/>
            <a:ext cx="5577840" cy="384048"/>
          </a:xfrm>
          <a:prstGeom prst="rect">
            <a:avLst/>
          </a:prstGeom>
          <a:solidFill>
            <a:srgbClr val="00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36207" y="1325880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CU-06  📦 Gestionar Inventario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755648"/>
            <a:ext cx="53035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Crear, editar y eliminar productos de refrigeracion con control de stock y fecha de vencimiento.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566160"/>
            <a:ext cx="5577840" cy="2011680"/>
          </a:xfrm>
          <a:prstGeom prst="rect">
            <a:avLst/>
          </a:prstGeom>
          <a:solidFill>
            <a:srgbClr val="F5F7FA"/>
          </a:solidFill>
          <a:ln w="63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74320" y="3566160"/>
            <a:ext cx="5577840" cy="38404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4048" y="3611879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CU-07  ✉️ Alertas por Correo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79" y="4041648"/>
            <a:ext cx="53035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El sistema envia automaticamente un correo cuando hay productos vencidos, por vencer o en bajo stock.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79" y="3566160"/>
            <a:ext cx="5577840" cy="2011680"/>
          </a:xfrm>
          <a:prstGeom prst="rect">
            <a:avLst/>
          </a:prstGeom>
          <a:solidFill>
            <a:srgbClr val="F5F7FA"/>
          </a:solidFill>
          <a:ln w="635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26479" y="3566160"/>
            <a:ext cx="5577840" cy="384048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36207" y="3611879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CU-08  📋 Ver Auditoria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4041648"/>
            <a:ext cx="53035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El administrador consulta el historial de acciones: quien hizo que, sobre que registro y desde que IP.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731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</a:rPr>
              <a:t>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Historias de Usuario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BDEFB"/>
                </a:solidFill>
              </a:rPr>
              <a:t>Lo que cada tipo de usuario necesita del sistema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822960" cy="402336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1316736"/>
            <a:ext cx="731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ID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280160"/>
            <a:ext cx="1645920" cy="402336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1316736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Como...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280160"/>
            <a:ext cx="2560320" cy="402336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88920" y="1316736"/>
            <a:ext cx="24688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Quiero...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0" y="1280160"/>
            <a:ext cx="2103120" cy="402336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49240" y="1316736"/>
            <a:ext cx="20116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Para...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06640" y="1280160"/>
            <a:ext cx="4480560" cy="402336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52360" y="1316736"/>
            <a:ext cx="4389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Criterio de aceptacion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1682495"/>
            <a:ext cx="822960" cy="402336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20040" y="1709928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HU-01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1682495"/>
            <a:ext cx="1645920" cy="402336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43000" y="170992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usuario nuevo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0" y="1682495"/>
            <a:ext cx="2560320" cy="402336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788920" y="1709928"/>
            <a:ext cx="24688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registrarme con correo y contrasena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03520" y="1682495"/>
            <a:ext cx="2103120" cy="402336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349240" y="1709928"/>
            <a:ext cx="20116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acceder al sistema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06640" y="1682495"/>
            <a:ext cx="4480560" cy="402336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52360" y="1709928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Cuenta creada y acceso inmediato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2084831"/>
            <a:ext cx="8229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20040" y="2112263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HU-02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97280" y="2084831"/>
            <a:ext cx="16459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143000" y="2112263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usuario registrado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0" y="2084831"/>
            <a:ext cx="25603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788920" y="2112263"/>
            <a:ext cx="24688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iniciar sesion con mis credenciales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03520" y="2084831"/>
            <a:ext cx="21031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349240" y="2112263"/>
            <a:ext cx="20116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gestionar mis libros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06640" y="2084831"/>
            <a:ext cx="44805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452360" y="2112263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Ingreso al dashboard en menos de 2 seg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2487168"/>
            <a:ext cx="822960" cy="402336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20040" y="2514599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HU-03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97280" y="2487168"/>
            <a:ext cx="1645920" cy="402336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143000" y="2514599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usuario autenticado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0" y="2487168"/>
            <a:ext cx="2560320" cy="402336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788920" y="2514599"/>
            <a:ext cx="24688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crear libros fiscales con NIT y anio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303520" y="2487168"/>
            <a:ext cx="2103120" cy="402336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349240" y="2514599"/>
            <a:ext cx="20116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organizar mi contabilidad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06640" y="2487168"/>
            <a:ext cx="4480560" cy="402336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452360" y="2514599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No permite duplicados por usuario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2889504"/>
            <a:ext cx="8229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20040" y="2916936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HU-04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97280" y="2889504"/>
            <a:ext cx="16459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143000" y="2916936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usuario autenticado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0" y="2889504"/>
            <a:ext cx="25603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788920" y="2916936"/>
            <a:ext cx="24688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registrar ingresos y egresos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303520" y="2889504"/>
            <a:ext cx="21031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349240" y="2916936"/>
            <a:ext cx="20116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llevar control contable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406640" y="2889504"/>
            <a:ext cx="44805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452360" y="2916936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Saldo calculado automaticamente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" y="3291840"/>
            <a:ext cx="822960" cy="402336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20040" y="3319272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HU-05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97280" y="3291840"/>
            <a:ext cx="1645920" cy="402336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143000" y="331927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usuario autenticado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43200" y="3291840"/>
            <a:ext cx="2560320" cy="402336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2788920" y="3319272"/>
            <a:ext cx="24688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exportar mi libro a Excel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303520" y="3291840"/>
            <a:ext cx="2103120" cy="402336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349240" y="3319272"/>
            <a:ext cx="20116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presentarlo a la SAT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406640" y="3291840"/>
            <a:ext cx="4480560" cy="402336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7452360" y="3319272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Excel con todos los movimientos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74320" y="3694176"/>
            <a:ext cx="8229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320040" y="3721608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HU-06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97280" y="3694176"/>
            <a:ext cx="16459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143000" y="372160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usuario autenticado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743200" y="3694176"/>
            <a:ext cx="25603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2788920" y="3721608"/>
            <a:ext cx="24688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agregar productos al inventario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303520" y="3694176"/>
            <a:ext cx="21031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5349240" y="3721608"/>
            <a:ext cx="20116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controlar mi stock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406640" y="3694176"/>
            <a:ext cx="44805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7452360" y="3721608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Formulario con nombre, stock y precios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74320" y="4096512"/>
            <a:ext cx="822960" cy="402336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320040" y="4123944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HU-07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97280" y="4096512"/>
            <a:ext cx="1645920" cy="402336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1143000" y="4123944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usuario autenticado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743200" y="4096512"/>
            <a:ext cx="2560320" cy="402336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2788920" y="4123944"/>
            <a:ext cx="24688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ver productos por vencer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303520" y="4096512"/>
            <a:ext cx="2103120" cy="402336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5349240" y="4123944"/>
            <a:ext cx="20116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evitar perdidas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406640" y="4096512"/>
            <a:ext cx="4480560" cy="402336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7452360" y="4123944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Colores: amarillo (30d) y rojo (vencido)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74320" y="4498848"/>
            <a:ext cx="8229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320040" y="4526280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HU-08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097280" y="4498848"/>
            <a:ext cx="16459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1143000" y="452628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usuario autenticado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743200" y="4498848"/>
            <a:ext cx="25603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2788920" y="4526280"/>
            <a:ext cx="24688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recibir alertas por correo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303520" y="4498848"/>
            <a:ext cx="21031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5349240" y="4526280"/>
            <a:ext cx="20116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actuar sin revisar la app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406640" y="4498848"/>
            <a:ext cx="44805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7452360" y="452628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Correo HTML con lista de alertas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74320" y="4901183"/>
            <a:ext cx="822960" cy="402336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320040" y="4928616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HU-09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097280" y="4901183"/>
            <a:ext cx="1645920" cy="402336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1143000" y="4928616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administrador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2743200" y="4901183"/>
            <a:ext cx="2560320" cy="402336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2788920" y="4928616"/>
            <a:ext cx="24688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ver historial de acciones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5303520" y="4901183"/>
            <a:ext cx="2103120" cy="402336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5349240" y="4928616"/>
            <a:ext cx="20116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garantizar la seguridad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406640" y="4901183"/>
            <a:ext cx="4480560" cy="402336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7452360" y="4928616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Ver quien, que, cuando y desde que IP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274320" y="5303520"/>
            <a:ext cx="8229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320040" y="5330952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HU-10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097280" y="5303520"/>
            <a:ext cx="16459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1143000" y="533095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administrador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2743200" y="5303520"/>
            <a:ext cx="25603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2788920" y="5330952"/>
            <a:ext cx="24688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gestionar todos los libros y usuarios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303520" y="5303520"/>
            <a:ext cx="21031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5349240" y="5330952"/>
            <a:ext cx="20116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control total del sistema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406640" y="5303520"/>
            <a:ext cx="44805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7452360" y="5330952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Acceso lectura/escritura sobre todo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731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</a:rPr>
              <a:t>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Pruebas de Caja Negra — API REST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BDEFB"/>
                </a:solidFill>
              </a:rPr>
              <a:t>Validacion de endpoints: registro, login y libros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14300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</a:rPr>
              <a:t>Base URL: http://localhost:8000/api/   |   Autenticacion: Bearer Token JWT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63040"/>
            <a:ext cx="548640" cy="33832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1499616"/>
            <a:ext cx="4572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#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59" y="1463040"/>
            <a:ext cx="2194560" cy="33832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499616"/>
            <a:ext cx="21031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Endpoint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7520" y="1463040"/>
            <a:ext cx="3291840" cy="33832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63239" y="1499616"/>
            <a:ext cx="32004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Entrada / Condicion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463040"/>
            <a:ext cx="3749039" cy="33832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55080" y="1499616"/>
            <a:ext cx="365759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Resultado esperado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0" y="1463040"/>
            <a:ext cx="914400" cy="33832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104120" y="1499616"/>
            <a:ext cx="8229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HTTP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801368"/>
            <a:ext cx="548640" cy="338328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20040" y="1828800"/>
            <a:ext cx="45720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B01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59" y="1801368"/>
            <a:ext cx="2194560" cy="338328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1828800"/>
            <a:ext cx="210312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POST /register/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801368"/>
            <a:ext cx="3291840" cy="338328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063239" y="1828800"/>
            <a:ext cx="320040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Datos validos: nombre, email, password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1801368"/>
            <a:ext cx="3749039" cy="338328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55080" y="1828800"/>
            <a:ext cx="3657599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Usuario creado, tokens devueltos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00" y="1801368"/>
            <a:ext cx="914400" cy="338328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104120" y="1828800"/>
            <a:ext cx="82296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201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2139696"/>
            <a:ext cx="54864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20040" y="2167127"/>
            <a:ext cx="45720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B02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59" y="2139696"/>
            <a:ext cx="219456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68680" y="2167127"/>
            <a:ext cx="210312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POST /register/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17520" y="2139696"/>
            <a:ext cx="329184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063239" y="2167127"/>
            <a:ext cx="320040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Email ya registrado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2139696"/>
            <a:ext cx="3749039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55080" y="2167127"/>
            <a:ext cx="3657599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Error: correo ya existe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058400" y="2139696"/>
            <a:ext cx="9144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104120" y="2167127"/>
            <a:ext cx="82296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400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2478024"/>
            <a:ext cx="548640" cy="338328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20040" y="2505456"/>
            <a:ext cx="45720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B03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2959" y="2478024"/>
            <a:ext cx="2194560" cy="338328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68680" y="2505456"/>
            <a:ext cx="210312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POST /register/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017520" y="2478024"/>
            <a:ext cx="3291840" cy="338328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063239" y="2505456"/>
            <a:ext cx="320040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Password vacio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09360" y="2478024"/>
            <a:ext cx="3749039" cy="338328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355080" y="2505456"/>
            <a:ext cx="3657599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Error de validacion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058400" y="2478024"/>
            <a:ext cx="914400" cy="338328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0104120" y="2505456"/>
            <a:ext cx="82296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400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2816352"/>
            <a:ext cx="54864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20040" y="2843784"/>
            <a:ext cx="45720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B04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22959" y="2816352"/>
            <a:ext cx="219456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68680" y="2843784"/>
            <a:ext cx="210312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POST /register/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017520" y="2816352"/>
            <a:ext cx="329184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063239" y="2843784"/>
            <a:ext cx="320040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Email sin formato valido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309360" y="2816352"/>
            <a:ext cx="3749039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355080" y="2843784"/>
            <a:ext cx="3657599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Error de validacion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058400" y="2816352"/>
            <a:ext cx="9144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0104120" y="2843784"/>
            <a:ext cx="82296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400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4320" y="3154680"/>
            <a:ext cx="548640" cy="338328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320040" y="3182112"/>
            <a:ext cx="45720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B05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22959" y="3154680"/>
            <a:ext cx="2194560" cy="338328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68680" y="3182112"/>
            <a:ext cx="210312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POST /register/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017520" y="3154680"/>
            <a:ext cx="3291840" cy="338328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3063239" y="3182112"/>
            <a:ext cx="320040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Body vacio {}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309360" y="3154680"/>
            <a:ext cx="3749039" cy="338328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355080" y="3182112"/>
            <a:ext cx="3657599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Campos requeridos faltantes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058400" y="3154680"/>
            <a:ext cx="914400" cy="338328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10104120" y="3182112"/>
            <a:ext cx="82296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400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74320" y="3493008"/>
            <a:ext cx="54864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320040" y="3520439"/>
            <a:ext cx="45720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B06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22959" y="3493008"/>
            <a:ext cx="219456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868680" y="3520439"/>
            <a:ext cx="210312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POST /login/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017520" y="3493008"/>
            <a:ext cx="329184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3063239" y="3520439"/>
            <a:ext cx="320040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Credenciales correctas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309360" y="3493008"/>
            <a:ext cx="3749039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6355080" y="3520439"/>
            <a:ext cx="3657599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access + refresh token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058400" y="3493008"/>
            <a:ext cx="9144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10104120" y="3520439"/>
            <a:ext cx="82296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200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74320" y="3831335"/>
            <a:ext cx="548640" cy="338328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320040" y="3858768"/>
            <a:ext cx="45720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B07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22959" y="3831335"/>
            <a:ext cx="2194560" cy="338328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868680" y="3858768"/>
            <a:ext cx="210312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POST /login/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017520" y="3831335"/>
            <a:ext cx="3291840" cy="338328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3063239" y="3858768"/>
            <a:ext cx="320040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Password incorrecto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3831335"/>
            <a:ext cx="3749039" cy="338328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6355080" y="3858768"/>
            <a:ext cx="3657599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Error de autenticacion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0058400" y="3831335"/>
            <a:ext cx="914400" cy="338328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10104120" y="3858768"/>
            <a:ext cx="82296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401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74320" y="4169664"/>
            <a:ext cx="54864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320040" y="4197096"/>
            <a:ext cx="45720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B08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22959" y="4169664"/>
            <a:ext cx="219456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868680" y="4197096"/>
            <a:ext cx="210312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POST /login/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017520" y="4169664"/>
            <a:ext cx="329184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3063239" y="4197096"/>
            <a:ext cx="320040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Usuario inactivo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309360" y="4169664"/>
            <a:ext cx="3749039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6355080" y="4197096"/>
            <a:ext cx="3657599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Error de autenticacion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0058400" y="4169664"/>
            <a:ext cx="9144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10104120" y="4197096"/>
            <a:ext cx="82296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401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74320" y="4507992"/>
            <a:ext cx="548640" cy="338328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320040" y="4535424"/>
            <a:ext cx="45720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B09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22959" y="4507992"/>
            <a:ext cx="2194560" cy="338328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868680" y="4535424"/>
            <a:ext cx="210312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GET /libros/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017520" y="4507992"/>
            <a:ext cx="3291840" cy="338328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3063239" y="4535424"/>
            <a:ext cx="320040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Token valido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309360" y="4507992"/>
            <a:ext cx="3749039" cy="338328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6355080" y="4535424"/>
            <a:ext cx="3657599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Lista de libros del usuario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0058400" y="4507992"/>
            <a:ext cx="914400" cy="338328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10104120" y="4535424"/>
            <a:ext cx="82296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200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274320" y="4846320"/>
            <a:ext cx="54864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320040" y="4873752"/>
            <a:ext cx="45720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B10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822959" y="4846320"/>
            <a:ext cx="219456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868680" y="4873752"/>
            <a:ext cx="210312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GET /libros/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3017520" y="4846320"/>
            <a:ext cx="329184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3063239" y="4873752"/>
            <a:ext cx="320040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Sin token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309360" y="4846320"/>
            <a:ext cx="3749039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6355080" y="4873752"/>
            <a:ext cx="3657599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Error: no autenticado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0058400" y="4846320"/>
            <a:ext cx="9144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10104120" y="4873752"/>
            <a:ext cx="82296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401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74320" y="5184648"/>
            <a:ext cx="548640" cy="338328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320040" y="5212080"/>
            <a:ext cx="45720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B11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822959" y="5184648"/>
            <a:ext cx="2194560" cy="338328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868680" y="5212080"/>
            <a:ext cx="210312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POST /libros/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3017520" y="5184648"/>
            <a:ext cx="3291840" cy="338328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3063239" y="5212080"/>
            <a:ext cx="320040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Datos validos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6309360" y="5184648"/>
            <a:ext cx="3749039" cy="338328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6355080" y="5212080"/>
            <a:ext cx="3657599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Libro creado correctamente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10058400" y="5184648"/>
            <a:ext cx="914400" cy="338328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10104120" y="5212080"/>
            <a:ext cx="82296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201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274320" y="5522975"/>
            <a:ext cx="54864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320040" y="5550407"/>
            <a:ext cx="45720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B12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822959" y="5522975"/>
            <a:ext cx="219456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868680" y="5550407"/>
            <a:ext cx="210312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POST /libros/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3017520" y="5522975"/>
            <a:ext cx="329184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3063239" y="5550407"/>
            <a:ext cx="320040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Duplicado NIT + anio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6309360" y="5522975"/>
            <a:ext cx="3749039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6355080" y="5550407"/>
            <a:ext cx="3657599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Error de unicidad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10058400" y="5522975"/>
            <a:ext cx="9144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10104120" y="5550407"/>
            <a:ext cx="82296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400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731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</a:rPr>
              <a:t>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Pruebas de Caja Negra — API REST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BDEFB"/>
                </a:solidFill>
              </a:rPr>
              <a:t>Validacion de movimientos y productos de inventario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548640" cy="38404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1271016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#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59" y="1234440"/>
            <a:ext cx="2194560" cy="38404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271016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Endpoint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1234440"/>
            <a:ext cx="3291840" cy="38404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63239" y="1271016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Entrada / Condicion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234440"/>
            <a:ext cx="3749039" cy="38404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55080" y="1271016"/>
            <a:ext cx="365759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Resultado esperado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00" y="1234440"/>
            <a:ext cx="914400" cy="38404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104120" y="1271016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HTTP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1618488"/>
            <a:ext cx="548640" cy="384048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20040" y="1645920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B13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59" y="1618488"/>
            <a:ext cx="2194560" cy="384048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1645920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POST /movimientos/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618488"/>
            <a:ext cx="3291840" cy="384048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063239" y="1645920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Datos validos con libro existente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1618488"/>
            <a:ext cx="3749039" cy="384048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55080" y="1645920"/>
            <a:ext cx="365759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Movimiento creado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00" y="1618488"/>
            <a:ext cx="914400" cy="384048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104120" y="1645920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201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2002536"/>
            <a:ext cx="5486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20040" y="2029967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B14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59" y="2002536"/>
            <a:ext cx="21945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68680" y="2029967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POST /movimientos/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17520" y="2002536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063239" y="2029967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libro_id inexistente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2002536"/>
            <a:ext cx="3749039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55080" y="2029967"/>
            <a:ext cx="365759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Error de referencia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058400" y="2002536"/>
            <a:ext cx="914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104120" y="2029967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400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2386584"/>
            <a:ext cx="548640" cy="384048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20040" y="2414016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B15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959" y="2386584"/>
            <a:ext cx="2194560" cy="384048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68680" y="2414016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POST /movimientos/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017520" y="2386584"/>
            <a:ext cx="3291840" cy="384048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063239" y="2414016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Fecha con formato invalido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09360" y="2386584"/>
            <a:ext cx="3749039" cy="384048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355080" y="2414016"/>
            <a:ext cx="365759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Error de validacion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058400" y="2386584"/>
            <a:ext cx="914400" cy="384048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0104120" y="2414016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400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2770632"/>
            <a:ext cx="5486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20040" y="2798064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B16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22959" y="2770632"/>
            <a:ext cx="21945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68680" y="2798064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POST /movimientos/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017520" y="2770632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063239" y="2798064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Ingresos negativo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09360" y="2770632"/>
            <a:ext cx="3749039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355080" y="2798064"/>
            <a:ext cx="365759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Error de validacion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058400" y="2770632"/>
            <a:ext cx="914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0104120" y="2798064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400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" y="3154680"/>
            <a:ext cx="548640" cy="384048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20040" y="3182112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B17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22959" y="3154680"/>
            <a:ext cx="2194560" cy="384048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68680" y="3182112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GET /productos/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017520" y="3154680"/>
            <a:ext cx="3291840" cy="384048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3063239" y="3182112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Token valido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309360" y="3154680"/>
            <a:ext cx="3749039" cy="384048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355080" y="3182112"/>
            <a:ext cx="365759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Lista con estado vencido/por_vencer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058400" y="3154680"/>
            <a:ext cx="914400" cy="384048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10104120" y="3182112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200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74320" y="3538728"/>
            <a:ext cx="5486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320040" y="3566160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B18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22959" y="3538728"/>
            <a:ext cx="21945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868680" y="3566160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GET /productos/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538728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3063239" y="3566160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?low_stock=true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309360" y="3538728"/>
            <a:ext cx="3749039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6355080" y="3566160"/>
            <a:ext cx="365759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Solo productos en bajo stock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058400" y="3538728"/>
            <a:ext cx="914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10104120" y="3566160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200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74320" y="3922776"/>
            <a:ext cx="548640" cy="384048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320040" y="3950208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B19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22959" y="3922776"/>
            <a:ext cx="2194560" cy="384048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868680" y="3950208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GET /productos/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017520" y="3922776"/>
            <a:ext cx="3291840" cy="384048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3063239" y="3950208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Sin token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309360" y="3922776"/>
            <a:ext cx="3749039" cy="384048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6355080" y="3950208"/>
            <a:ext cx="365759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Error de autenticacion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0058400" y="3922776"/>
            <a:ext cx="914400" cy="384048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10104120" y="3950208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401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74320" y="4306824"/>
            <a:ext cx="5486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320040" y="4334256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B20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22959" y="4306824"/>
            <a:ext cx="21945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868680" y="4334256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POST /productos/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017520" y="4306824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3063239" y="4334256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Datos validos con fecha de vencimiento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309360" y="4306824"/>
            <a:ext cx="3749039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6355080" y="4334256"/>
            <a:ext cx="365759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Producto creado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0058400" y="4306824"/>
            <a:ext cx="914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10104120" y="4334256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201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74320" y="4690872"/>
            <a:ext cx="548640" cy="384048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320040" y="4718304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B21</a:t>
            </a:r>
          </a:p>
        </p:txBody>
      </p:sp>
      <p:sp>
        <p:nvSpPr>
          <p:cNvPr id="98" name="Rectangle 97"/>
          <p:cNvSpPr/>
          <p:nvPr/>
        </p:nvSpPr>
        <p:spPr>
          <a:xfrm>
            <a:off x="822959" y="4690872"/>
            <a:ext cx="2194560" cy="384048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868680" y="4718304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POST /productos/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017520" y="4690872"/>
            <a:ext cx="3291840" cy="384048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3063239" y="4718304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Nombre duplicado mismo usuario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309360" y="4690872"/>
            <a:ext cx="3749039" cy="384048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6355080" y="4718304"/>
            <a:ext cx="365759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Error de unicidad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0058400" y="4690872"/>
            <a:ext cx="914400" cy="384048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10104120" y="4718304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400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274320" y="5074920"/>
            <a:ext cx="5486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320040" y="5102352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B22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822959" y="5074920"/>
            <a:ext cx="21945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868680" y="5102352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POST /productos/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3017520" y="5074920"/>
            <a:ext cx="3291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3063239" y="5102352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fecha_vencimiento con formato invalido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309360" y="5074920"/>
            <a:ext cx="3749039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6355080" y="5102352"/>
            <a:ext cx="365759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Error de validacion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0058400" y="5074920"/>
            <a:ext cx="914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10104120" y="5102352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400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274320" y="5458968"/>
            <a:ext cx="548640" cy="384048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320040" y="5486400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B23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822959" y="5458968"/>
            <a:ext cx="2194560" cy="384048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868680" y="5486400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POST /productos/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017520" y="5458968"/>
            <a:ext cx="3291840" cy="384048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3063239" y="5486400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stock_actual con texto en lugar de numero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6309360" y="5458968"/>
            <a:ext cx="3749039" cy="384048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6355080" y="5486400"/>
            <a:ext cx="365759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Error de tipo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0058400" y="5458968"/>
            <a:ext cx="914400" cy="384048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10104120" y="5486400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400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731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</a:rPr>
              <a:t>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Pruebas de Caja Blanca — Logica Interna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BDEFB"/>
                </a:solidFill>
              </a:rPr>
              <a:t>Caminos de ejecucion dentro del codigo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14300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7E"/>
                </a:solidFill>
              </a:rPr>
              <a:t>CB-01: Campos calculados en ProductoSerializer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17320"/>
            <a:ext cx="731520" cy="34747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145389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Caso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1417320"/>
            <a:ext cx="5029200" cy="34747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1453896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Condicion de entrada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417320"/>
            <a:ext cx="5669280" cy="34747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80759" y="1453896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Resultado esperado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764792"/>
            <a:ext cx="73152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0040" y="1792224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1764792"/>
            <a:ext cx="502920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51560" y="1792224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fecha_vencimiento = None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1764792"/>
            <a:ext cx="566928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080759" y="1792224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vencido=False, por_vencer=False, dias=None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112264"/>
            <a:ext cx="7315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20040" y="2139696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5840" y="2112264"/>
            <a:ext cx="50292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51560" y="2139696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fecha_vencimiento en el pasado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40" y="2112264"/>
            <a:ext cx="56692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080759" y="2139696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vencido=True, dias negativo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459736"/>
            <a:ext cx="73152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20040" y="2487168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5840" y="2459736"/>
            <a:ext cx="502920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51560" y="2487168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fecha_vencimiento dentro de dias_alerta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35040" y="2459736"/>
            <a:ext cx="566928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080759" y="2487168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por_vencer=True, dias positivo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2807208"/>
            <a:ext cx="7315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20040" y="2834640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5840" y="2807208"/>
            <a:ext cx="50292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51560" y="2834640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fecha_vencimiento fuera de dias_alerta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35040" y="2807208"/>
            <a:ext cx="56692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80759" y="2834640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vencido=False, por_vencer=False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" y="352044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7E"/>
                </a:solidFill>
              </a:rPr>
              <a:t>CB-02: Permisos de acceso por rol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3794760"/>
            <a:ext cx="731520" cy="402336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20040" y="3831336"/>
            <a:ext cx="640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Caso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05840" y="3794760"/>
            <a:ext cx="2011680" cy="402336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51560" y="3831336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Usuario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017520" y="3794760"/>
            <a:ext cx="3200400" cy="402336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063240" y="3831336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Recurso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17920" y="3794760"/>
            <a:ext cx="5486400" cy="402336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263640" y="3831336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Resultado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4197096"/>
            <a:ext cx="731520" cy="402336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20040" y="4224528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P1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05840" y="4197096"/>
            <a:ext cx="2011680" cy="402336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051560" y="422452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admin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017520" y="4197096"/>
            <a:ext cx="3200400" cy="402336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063240" y="4224528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Libro de otro usuario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17920" y="4197096"/>
            <a:ext cx="5486400" cy="402336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263640" y="422452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Permitido (lectura y escritura)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4599432"/>
            <a:ext cx="7315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20040" y="4626864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P2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05840" y="4599432"/>
            <a:ext cx="20116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051560" y="462686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usuario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017520" y="4599432"/>
            <a:ext cx="32004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063240" y="4626864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Su propio libro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217920" y="4599432"/>
            <a:ext cx="54864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263640" y="4626864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Permitido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74320" y="5001768"/>
            <a:ext cx="731520" cy="402336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320040" y="5029200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P3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05840" y="5001768"/>
            <a:ext cx="2011680" cy="402336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1051560" y="502920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usuario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017520" y="5001768"/>
            <a:ext cx="3200400" cy="402336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3063240" y="502920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Libro de otro usuario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217920" y="5001768"/>
            <a:ext cx="5486400" cy="402336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6263640" y="502920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Denegado (403)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74320" y="5404104"/>
            <a:ext cx="7315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320040" y="5431536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P4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005840" y="5404104"/>
            <a:ext cx="20116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1051560" y="543153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Sin autenticar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017520" y="5404104"/>
            <a:ext cx="32004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3063240" y="5431536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Cualquier recurso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217920" y="5404104"/>
            <a:ext cx="54864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6263640" y="5431536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Denegado (401)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731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</a:rPr>
              <a:t>✉️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Sistema de Alertas de Inventario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BDEFB"/>
                </a:solidFill>
              </a:rPr>
              <a:t>Como funciona la notificacion automatica por correo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2560320" cy="3200400"/>
          </a:xfrm>
          <a:prstGeom prst="rect">
            <a:avLst/>
          </a:prstGeom>
          <a:solidFill>
            <a:srgbClr val="F5F7FA"/>
          </a:solidFill>
          <a:ln w="63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2560320" cy="54864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426464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46304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Productos en BD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029967"/>
            <a:ext cx="228600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Cada producto tiene stock actual, stock minimo y fecha de vencimiento.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799" y="274320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BBBBBB"/>
                </a:solidFill>
              </a:rPr>
              <a:t>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6120" y="1371600"/>
            <a:ext cx="2560320" cy="3200400"/>
          </a:xfrm>
          <a:prstGeom prst="rect">
            <a:avLst/>
          </a:prstGeom>
          <a:solidFill>
            <a:srgbClr val="F5F7FA"/>
          </a:solidFill>
          <a:ln w="63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46120" y="1371600"/>
            <a:ext cx="2560320" cy="54864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37560" y="1426464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146304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El sistema evalua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79" y="2029967"/>
            <a:ext cx="228600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Revisa si algun producto esta vencido, proximo a vencer (dias_alerta) o con bajo stock.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59" y="274320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BBBBBB"/>
                </a:solidFill>
              </a:rPr>
              <a:t>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1371600"/>
            <a:ext cx="2560320" cy="3200400"/>
          </a:xfrm>
          <a:prstGeom prst="rect">
            <a:avLst/>
          </a:prstGeom>
          <a:solidFill>
            <a:srgbClr val="F5F7FA"/>
          </a:solidFill>
          <a:ln w="63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26480" y="1371600"/>
            <a:ext cx="2560320" cy="54864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17920" y="1426464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146304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Genera el correo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2029967"/>
            <a:ext cx="228600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Construye un correo HTML con 3 secciones: Vencidos, Por vencer, Bajo stock.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520" y="274320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BBBBBB"/>
                </a:solidFill>
              </a:rPr>
              <a:t>➡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06840" y="1371600"/>
            <a:ext cx="2560320" cy="3200400"/>
          </a:xfrm>
          <a:prstGeom prst="rect">
            <a:avLst/>
          </a:prstGeom>
          <a:solidFill>
            <a:srgbClr val="F5F7FA"/>
          </a:solidFill>
          <a:ln w="63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006840" y="1371600"/>
            <a:ext cx="2560320" cy="54864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098280" y="1426464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0" y="146304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Envia a Gmail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2029967"/>
            <a:ext cx="228600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Envia via SMTP a maurcio1126@gmail.com usando la cuenta andresmau1126@gmail.com.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48463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237E"/>
                </a:solidFill>
              </a:rPr>
              <a:t>Comando: python manage.py enviar_alertas_correo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4800600"/>
            <a:ext cx="11612880" cy="4572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94960" y="73152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Sistema Documentado Correctamente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880360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DEFB"/>
                </a:solidFill>
              </a:rPr>
              <a:t>✔  6 entidades en la base de datos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880360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DEFB"/>
                </a:solidFill>
              </a:rPr>
              <a:t>✔  8 casos de uso documentados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383280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DEFB"/>
                </a:solidFill>
              </a:rPr>
              <a:t>✔  10 historias de usuario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383280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DEFB"/>
                </a:solidFill>
              </a:rPr>
              <a:t>✔  27 pruebas de caja negra sobre la API REST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886200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DEFB"/>
                </a:solidFill>
              </a:rPr>
              <a:t>✔  4 modulos analizados con pruebas de caja blanca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886200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DEFB"/>
                </a:solidFill>
              </a:rPr>
              <a:t>✔  Alertas automaticas por correo electronico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4864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FFFFFF"/>
                </a:solidFill>
              </a:rPr>
              <a:t>Libro Fiscal &amp; Control de Inventario —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1723</Words>
  <Application>Microsoft Office PowerPoint</Application>
  <PresentationFormat>Personalizado</PresentationFormat>
  <Paragraphs>496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Blanca Ines Cortes Rojas</cp:lastModifiedBy>
  <cp:revision>2</cp:revision>
  <dcterms:created xsi:type="dcterms:W3CDTF">2013-01-27T09:14:16Z</dcterms:created>
  <dcterms:modified xsi:type="dcterms:W3CDTF">2026-05-02T20:01:18Z</dcterms:modified>
  <cp:category/>
</cp:coreProperties>
</file>