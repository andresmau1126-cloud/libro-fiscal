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/>
            </a:pPr>
            <a:r>
              <a:t>📊 LIBRO FISCAL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Documentación Técnica</a:t>
            </a:r>
          </a:p>
          <a:p>
            <a:r>
              <a:t>MER | Diccionario | Casos | Historias | Pruebas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1. Modelo Entidad-Relación (MER)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br/>
            <a:r>
              <a:t>    ┌─────────────┐         ┌──────────┐         ┌──────────────┐</a:t>
            </a:r>
            <a:br/>
            <a:r>
              <a:t>    │   Usuario   │ 1     N │  Libro   │ 1     N │ Movimiento   │</a:t>
            </a:r>
            <a:br/>
            <a:r>
              <a:t>    ├─────────────┤─────────┤──────────┤─────────┤──────────────┤</a:t>
            </a:r>
            <a:br/>
            <a:r>
              <a:t>    │ id (PK)     │         │ id (PK)  │         │ id (PK)      │</a:t>
            </a:r>
            <a:br/>
            <a:r>
              <a:t>    │ email       │         │ nombre   │         │ fecha        │</a:t>
            </a:r>
            <a:br/>
            <a:r>
              <a:t>    │ nombre      │         │ nit      │         │ descripción  │</a:t>
            </a:r>
            <a:br/>
            <a:r>
              <a:t>    │ rol         │         │ año      │         │ ingresos     │</a:t>
            </a:r>
            <a:br/>
            <a:r>
              <a:t>    │ preferences │         │ propietario_id      │ egresos      │</a:t>
            </a:r>
            <a:br/>
            <a:r>
              <a:t>    └─────────────┘         └──────────┘         │ saldo        │</a:t>
            </a:r>
            <a:br/>
            <a:r>
              <a:t>           ▲                       ▲              │ libro_id     │</a:t>
            </a:r>
            <a:br/>
            <a:r>
              <a:t>           │                       │              └──────────────┘</a:t>
            </a:r>
            <a:br/>
            <a:r>
              <a:t>           │ 1                 N   │</a:t>
            </a:r>
            <a:br/>
            <a:r>
              <a:t>           │                       │</a:t>
            </a:r>
            <a:br/>
            <a:r>
              <a:t>    ┌──────┴────────────────────────┴─────┐</a:t>
            </a:r>
            <a:br/>
            <a:r>
              <a:t>    │                                      │</a:t>
            </a:r>
            <a:br/>
            <a:r>
              <a:t>    │   ┌──────────────┐                   │</a:t>
            </a:r>
            <a:br/>
            <a:r>
              <a:t>    │   │   Producto   │ ◄────── propietario</a:t>
            </a:r>
            <a:br/>
            <a:r>
              <a:t>    │ N │──────────────│</a:t>
            </a:r>
            <a:br/>
            <a:r>
              <a:t>    └───┤ id (PK)      │</a:t>
            </a:r>
            <a:br/>
            <a:r>
              <a:t>        │ nombre       │</a:t>
            </a:r>
            <a:br/>
            <a:r>
              <a:t>        │ categoria    │</a:t>
            </a:r>
            <a:br/>
            <a:r>
              <a:t>        │ stock_actual │</a:t>
            </a:r>
            <a:br/>
            <a:r>
              <a:t>        │ stock_minimo │</a:t>
            </a:r>
            <a:br/>
            <a:r>
              <a:t>        │ fecha_vencimiento</a:t>
            </a:r>
            <a:br/>
            <a:r>
              <a:t>        │ propietario_id</a:t>
            </a:r>
            <a:br/>
            <a:r>
              <a:t>        └──────────────┘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2. Diccionario de Datos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/>
            </a:pPr>
            <a:r>
              <a:t>📋 USUARIO</a:t>
            </a:r>
          </a:p>
          <a:p>
            <a:pPr lvl="1">
              <a:defRPr sz="1000"/>
            </a:pPr>
            <a:r>
              <a:t>• id: Identificador único (PK)</a:t>
            </a:r>
          </a:p>
          <a:p>
            <a:pPr lvl="1">
              <a:defRPr sz="1000"/>
            </a:pPr>
            <a:r>
              <a:t>• email: Correo único del usuario</a:t>
            </a:r>
          </a:p>
          <a:p>
            <a:pPr lvl="1">
              <a:defRPr sz="1000"/>
            </a:pPr>
            <a:r>
              <a:t>• nombre: Nombre completo</a:t>
            </a:r>
          </a:p>
          <a:p>
            <a:pPr lvl="1">
              <a:defRPr sz="1000"/>
            </a:pPr>
            <a:r>
              <a:t>• rol: 'admin' o 'usuario'</a:t>
            </a:r>
          </a:p>
          <a:p>
            <a:pPr lvl="1">
              <a:defRPr sz="1000"/>
            </a:pPr>
            <a:r>
              <a:t>• pref_email_notifications: Preferencia de notificaciones</a:t>
            </a:r>
          </a:p>
          <a:p>
            <a:pPr lvl="1">
              <a:defRPr sz="1000"/>
            </a:pPr>
            <a:r>
              <a:t>• pref_currency: Moneda preferida (GTQ, USD, etc)</a:t>
            </a:r>
          </a:p>
          <a:p>
            <a:pPr>
              <a:defRPr sz="1200" b="1"/>
            </a:pPr>
            <a:r>
              <a:t>📚 LIBRO</a:t>
            </a:r>
          </a:p>
          <a:p>
            <a:pPr lvl="1">
              <a:defRPr sz="1000"/>
            </a:pPr>
            <a:r>
              <a:t>• id: Identificador único (PK)</a:t>
            </a:r>
          </a:p>
          <a:p>
            <a:pPr lvl="1">
              <a:defRPr sz="1000"/>
            </a:pPr>
            <a:r>
              <a:t>• nombre: Nombre del libro</a:t>
            </a:r>
          </a:p>
          <a:p>
            <a:pPr lvl="1">
              <a:defRPr sz="1000"/>
            </a:pPr>
            <a:r>
              <a:t>• nit: Número de Identificación Tributaria</a:t>
            </a:r>
          </a:p>
          <a:p>
            <a:pPr lvl="1">
              <a:defRPr sz="1000"/>
            </a:pPr>
            <a:r>
              <a:t>• año: Año fiscal del libro</a:t>
            </a:r>
          </a:p>
          <a:p>
            <a:pPr lvl="1">
              <a:defRPr sz="1000"/>
            </a:pPr>
            <a:r>
              <a:t>• propietario_id: FK a Usuario</a:t>
            </a:r>
          </a:p>
          <a:p>
            <a:pPr lvl="1">
              <a:defRPr sz="1000"/>
            </a:pPr>
            <a:r>
              <a:t>• Constraint: (propietario, nit, año) UNIQUE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2. Diccionario de Datos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/>
            </a:pPr>
            <a:r>
              <a:t>💱 MOVIMIENTO</a:t>
            </a:r>
          </a:p>
          <a:p>
            <a:pPr lvl="1">
              <a:defRPr sz="1000"/>
            </a:pPr>
            <a:r>
              <a:t>• id: Identificador único (PK)</a:t>
            </a:r>
          </a:p>
          <a:p>
            <a:pPr lvl="1">
              <a:defRPr sz="1000"/>
            </a:pPr>
            <a:r>
              <a:t>• fecha: Fecha del movimiento (YYYY-MM-DD)</a:t>
            </a:r>
          </a:p>
          <a:p>
            <a:pPr lvl="1">
              <a:defRPr sz="1000"/>
            </a:pPr>
            <a:r>
              <a:t>• descripción: Detalle de la operación</a:t>
            </a:r>
          </a:p>
          <a:p>
            <a:pPr lvl="1">
              <a:defRPr sz="1000"/>
            </a:pPr>
            <a:r>
              <a:t>• ingresos: Monto de ingreso (decimal 14,2)</a:t>
            </a:r>
          </a:p>
          <a:p>
            <a:pPr lvl="1">
              <a:defRPr sz="1000"/>
            </a:pPr>
            <a:r>
              <a:t>• egresos: Monto de egreso (decimal 14,2)</a:t>
            </a:r>
          </a:p>
          <a:p>
            <a:pPr lvl="1">
              <a:defRPr sz="1000"/>
            </a:pPr>
            <a:r>
              <a:t>• saldo: Saldo acumulado (calculado)</a:t>
            </a:r>
          </a:p>
          <a:p>
            <a:pPr lvl="1">
              <a:defRPr sz="1000"/>
            </a:pPr>
            <a:r>
              <a:t>• libro_id: FK a Libro</a:t>
            </a:r>
          </a:p>
          <a:p>
            <a:pPr>
              <a:defRPr sz="1200" b="1"/>
            </a:pPr>
            <a:r>
              <a:t>📦 PRODUCTO</a:t>
            </a:r>
          </a:p>
          <a:p>
            <a:pPr lvl="1">
              <a:defRPr sz="1000"/>
            </a:pPr>
            <a:r>
              <a:t>• id: Identificador único (PK)</a:t>
            </a:r>
          </a:p>
          <a:p>
            <a:pPr lvl="1">
              <a:defRPr sz="1000"/>
            </a:pPr>
            <a:r>
              <a:t>• nombre: Nombre del producto</a:t>
            </a:r>
          </a:p>
          <a:p>
            <a:pPr lvl="1">
              <a:defRPr sz="1000"/>
            </a:pPr>
            <a:r>
              <a:t>• categoria: Categoría del producto</a:t>
            </a:r>
          </a:p>
          <a:p>
            <a:pPr lvl="1">
              <a:defRPr sz="1000"/>
            </a:pPr>
            <a:r>
              <a:t>• stock_actual: Cantidad en inventario</a:t>
            </a:r>
          </a:p>
          <a:p>
            <a:pPr lvl="1">
              <a:defRPr sz="1000"/>
            </a:pPr>
            <a:r>
              <a:t>• stock_minimo: Mínimo permitido (alerta)</a:t>
            </a:r>
          </a:p>
          <a:p>
            <a:pPr lvl="1">
              <a:defRPr sz="1000"/>
            </a:pPr>
            <a:r>
              <a:t>• fecha_vencimiento: Fecha de caducidad</a:t>
            </a:r>
          </a:p>
          <a:p>
            <a:pPr lvl="1">
              <a:defRPr sz="1000"/>
            </a:pPr>
            <a:r>
              <a:t>• propietario_id: FK a Usuario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3.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/>
            </a:pPr>
            <a:r>
              <a:t>UC-001: Autenticar Usuario</a:t>
            </a:r>
          </a:p>
          <a:p>
            <a:pPr lvl="1">
              <a:defRPr sz="900" i="1"/>
            </a:pPr>
            <a:r>
              <a:t>El usuario se autentica con email/contraseña</a:t>
            </a:r>
          </a:p>
          <a:p>
            <a:pPr>
              <a:defRPr sz="1100" b="1"/>
            </a:pPr>
            <a:r>
              <a:t>UC-002: Crear Libro Fiscal</a:t>
            </a:r>
          </a:p>
          <a:p>
            <a:pPr lvl="1">
              <a:defRPr sz="900" i="1"/>
            </a:pPr>
            <a:r>
              <a:t>El usuario crea un nuevo libro fiscal para un año</a:t>
            </a:r>
          </a:p>
          <a:p>
            <a:pPr>
              <a:defRPr sz="1100" b="1"/>
            </a:pPr>
            <a:r>
              <a:t>UC-003: Registrar Movimiento</a:t>
            </a:r>
          </a:p>
          <a:p>
            <a:pPr lvl="1">
              <a:defRPr sz="900" i="1"/>
            </a:pPr>
            <a:r>
              <a:t>El usuario registra ingresos/egresos en el libro</a:t>
            </a:r>
          </a:p>
          <a:p>
            <a:pPr>
              <a:defRPr sz="1100" b="1"/>
            </a:pPr>
            <a:r>
              <a:t>UC-004: Calcular Saldo</a:t>
            </a:r>
          </a:p>
          <a:p>
            <a:pPr lvl="1">
              <a:defRPr sz="900" i="1"/>
            </a:pPr>
            <a:r>
              <a:t>El sistema recalcula saldos acumulados automáticamente</a:t>
            </a:r>
          </a:p>
          <a:p>
            <a:pPr>
              <a:defRPr sz="1100" b="1"/>
            </a:pPr>
            <a:r>
              <a:t>UC-005: Gestionar Productos</a:t>
            </a:r>
          </a:p>
          <a:p>
            <a:pPr lvl="1">
              <a:defRPr sz="900" i="1"/>
            </a:pPr>
            <a:r>
              <a:t>El usuario crea/edita/elimina productos del inventario</a:t>
            </a:r>
          </a:p>
          <a:p>
            <a:pPr>
              <a:defRPr sz="1100" b="1"/>
            </a:pPr>
            <a:r>
              <a:t>UC-006: Monitorear Stock</a:t>
            </a:r>
          </a:p>
          <a:p>
            <a:pPr lvl="1">
              <a:defRPr sz="900" i="1"/>
            </a:pPr>
            <a:r>
              <a:t>El sistema alerta cuando stock cae bajo el mínimo</a:t>
            </a:r>
          </a:p>
          <a:p>
            <a:pPr>
              <a:defRPr sz="1100" b="1"/>
            </a:pPr>
            <a:r>
              <a:t>UC-007: Ver Alertas Vencimiento</a:t>
            </a:r>
          </a:p>
          <a:p>
            <a:pPr lvl="1">
              <a:defRPr sz="900" i="1"/>
            </a:pPr>
            <a:r>
              <a:t>El usuario visualiza productos próximos a vencer</a:t>
            </a:r>
          </a:p>
          <a:p>
            <a:pPr>
              <a:defRPr sz="1100" b="1"/>
            </a:pPr>
            <a:r>
              <a:t>UC-008: Exportar a Excel</a:t>
            </a:r>
          </a:p>
          <a:p>
            <a:pPr lvl="1">
              <a:defRPr sz="900" i="1"/>
            </a:pPr>
            <a:r>
              <a:t>El usuario descarga libro/inventario en formato Excel</a:t>
            </a:r>
          </a:p>
          <a:p>
            <a:pPr>
              <a:defRPr sz="1100" b="1"/>
            </a:pPr>
            <a:r>
              <a:t>UC-009: Auditoría de Cambios</a:t>
            </a:r>
          </a:p>
          <a:p>
            <a:pPr lvl="1">
              <a:defRPr sz="900" i="1"/>
            </a:pPr>
            <a:r>
              <a:t>El sistema registra todos los cambios realizados</a:t>
            </a:r>
          </a:p>
          <a:p>
            <a:pPr>
              <a:defRPr sz="1100" b="1"/>
            </a:pPr>
            <a:r>
              <a:t>UC-010: Gestionar Usuarios</a:t>
            </a:r>
          </a:p>
          <a:p>
            <a:pPr lvl="1">
              <a:defRPr sz="900" i="1"/>
            </a:pPr>
            <a:r>
              <a:t>Admin crea/edita/desactiva usuarios del sistema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4. Historias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000" b="1"/>
            </a:pPr>
            <a:r>
              <a:t>HU-001 - quiero registrar movimientos diarios</a:t>
            </a:r>
          </a:p>
          <a:p>
            <a:pPr lvl="1">
              <a:defRPr sz="800" i="1"/>
            </a:pPr>
            <a:r>
              <a:t>Rol: Como contador  |  Beneficio: para mantener un control actualizado de ingresos y egresos</a:t>
            </a:r>
          </a:p>
          <a:p>
            <a:pPr>
              <a:defRPr sz="1000" b="1"/>
            </a:pPr>
            <a:r>
              <a:t>HU-002 - quiero ver reportes de saldo por mes</a:t>
            </a:r>
          </a:p>
          <a:p>
            <a:pPr lvl="1">
              <a:defRPr sz="800" i="1"/>
            </a:pPr>
            <a:r>
              <a:t>Rol: Como gerente  |  Beneficio: para analizar la situación financiera de mi negocio</a:t>
            </a:r>
          </a:p>
          <a:p>
            <a:pPr>
              <a:defRPr sz="1000" b="1"/>
            </a:pPr>
            <a:r>
              <a:t>HU-003 - quiero gestionar múltiples usuarios</a:t>
            </a:r>
          </a:p>
          <a:p>
            <a:pPr lvl="1">
              <a:defRPr sz="800" i="1"/>
            </a:pPr>
            <a:r>
              <a:t>Rol: Como administrador  |  Beneficio: para delegar tareas en el equipo de contabilidad</a:t>
            </a:r>
          </a:p>
          <a:p>
            <a:pPr>
              <a:defRPr sz="1000" b="1"/>
            </a:pPr>
            <a:r>
              <a:t>HU-004 - quiero controlar el inventario</a:t>
            </a:r>
          </a:p>
          <a:p>
            <a:pPr lvl="1">
              <a:defRPr sz="800" i="1"/>
            </a:pPr>
            <a:r>
              <a:t>Rol: Como vendedor  |  Beneficio: para evitar quedarse sin stock de productos críticos</a:t>
            </a:r>
          </a:p>
          <a:p>
            <a:pPr>
              <a:defRPr sz="1000" b="1"/>
            </a:pPr>
            <a:r>
              <a:t>HU-005 - quiero recibir alertas de productos vencidos</a:t>
            </a:r>
          </a:p>
          <a:p>
            <a:pPr lvl="1">
              <a:defRPr sz="800" i="1"/>
            </a:pPr>
            <a:r>
              <a:t>Rol: Como gerente  |  Beneficio: para evitar pérdidas por expiración</a:t>
            </a:r>
          </a:p>
          <a:p>
            <a:pPr>
              <a:defRPr sz="1000" b="1"/>
            </a:pPr>
            <a:r>
              <a:t>HU-006 - quiero exportar mis libros a Excel</a:t>
            </a:r>
          </a:p>
          <a:p>
            <a:pPr lvl="1">
              <a:defRPr sz="800" i="1"/>
            </a:pPr>
            <a:r>
              <a:t>Rol: Como usuario  |  Beneficio: para usarlos en otros sistemas o compartirlos con contadores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5. Pruebas de Caja Negra (API)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200" b="1"/>
            </a:pPr>
            <a:r>
              <a:rPr dirty="0"/>
              <a:t>API Endpoints - </a:t>
            </a:r>
            <a:r>
              <a:rPr dirty="0" err="1"/>
              <a:t>Validación</a:t>
            </a:r>
            <a:r>
              <a:rPr dirty="0"/>
              <a:t> de </a:t>
            </a:r>
            <a:r>
              <a:rPr dirty="0" err="1"/>
              <a:t>Comportamiento</a:t>
            </a:r>
            <a:r>
              <a:rPr dirty="0"/>
              <a:t> </a:t>
            </a:r>
            <a:r>
              <a:rPr dirty="0" err="1"/>
              <a:t>Externo</a:t>
            </a:r>
            <a:endParaRPr dirty="0"/>
          </a:p>
          <a:p>
            <a:pPr>
              <a:defRPr sz="9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/entries: Crear </a:t>
            </a:r>
            <a:r>
              <a:rPr dirty="0" err="1"/>
              <a:t>movimiento</a:t>
            </a:r>
            <a:r>
              <a:rPr dirty="0"/>
              <a:t> </a:t>
            </a:r>
            <a:r>
              <a:rPr dirty="0" err="1"/>
              <a:t>válido</a:t>
            </a:r>
            <a:r>
              <a:rPr dirty="0"/>
              <a:t> → 201, </a:t>
            </a:r>
            <a:r>
              <a:rPr dirty="0" err="1"/>
              <a:t>saldo</a:t>
            </a:r>
            <a:r>
              <a:rPr dirty="0"/>
              <a:t> </a:t>
            </a:r>
            <a:r>
              <a:rPr dirty="0" err="1"/>
              <a:t>calculado</a:t>
            </a:r>
            <a:r>
              <a:rPr dirty="0"/>
              <a:t> </a:t>
            </a:r>
            <a:r>
              <a:rPr dirty="0" err="1"/>
              <a:t>correcto</a:t>
            </a:r>
            <a:endParaRPr dirty="0"/>
          </a:p>
          <a:p>
            <a:pPr>
              <a:defRPr sz="9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/entries: </a:t>
            </a:r>
            <a:r>
              <a:rPr dirty="0" err="1"/>
              <a:t>Fecha</a:t>
            </a:r>
            <a:r>
              <a:rPr dirty="0"/>
              <a:t> fuera del </a:t>
            </a:r>
            <a:r>
              <a:rPr dirty="0" err="1"/>
              <a:t>año</a:t>
            </a:r>
            <a:r>
              <a:rPr dirty="0"/>
              <a:t> del </a:t>
            </a:r>
            <a:r>
              <a:rPr dirty="0" err="1"/>
              <a:t>libro</a:t>
            </a:r>
            <a:r>
              <a:rPr dirty="0"/>
              <a:t> → 400 Bad Request</a:t>
            </a:r>
          </a:p>
          <a:p>
            <a:pPr>
              <a:defRPr sz="9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/entries: Sin </a:t>
            </a:r>
            <a:r>
              <a:rPr dirty="0" err="1"/>
              <a:t>autenticación</a:t>
            </a:r>
            <a:r>
              <a:rPr dirty="0"/>
              <a:t> → 403 Forbidden</a:t>
            </a:r>
          </a:p>
          <a:p>
            <a:pPr>
              <a:defRPr sz="9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/entries: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libro</a:t>
            </a:r>
            <a:r>
              <a:rPr dirty="0"/>
              <a:t> de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 → 404 Not Found</a:t>
            </a:r>
          </a:p>
          <a:p>
            <a:pPr>
              <a:defRPr sz="9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</a:t>
            </a:r>
            <a:r>
              <a:rPr dirty="0" err="1"/>
              <a:t>productos</a:t>
            </a:r>
            <a:r>
              <a:rPr dirty="0"/>
              <a:t>: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duplicado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usuario</a:t>
            </a:r>
            <a:r>
              <a:rPr dirty="0"/>
              <a:t> → 409 Conflict</a:t>
            </a:r>
          </a:p>
          <a:p>
            <a:pPr>
              <a:defRPr sz="9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</a:t>
            </a:r>
            <a:r>
              <a:rPr dirty="0" err="1"/>
              <a:t>productos?low_stock</a:t>
            </a:r>
            <a:r>
              <a:rPr dirty="0"/>
              <a:t>=1: </a:t>
            </a:r>
            <a:r>
              <a:rPr dirty="0" err="1"/>
              <a:t>Filtro</a:t>
            </a:r>
            <a:r>
              <a:rPr dirty="0"/>
              <a:t> bajo stock → </a:t>
            </a:r>
            <a:r>
              <a:rPr dirty="0" err="1"/>
              <a:t>retorna</a:t>
            </a:r>
            <a:r>
              <a:rPr dirty="0"/>
              <a:t> solo &lt;</a:t>
            </a:r>
            <a:r>
              <a:rPr dirty="0" err="1"/>
              <a:t>stock_mínimo</a:t>
            </a:r>
            <a:endParaRPr dirty="0"/>
          </a:p>
          <a:p>
            <a:pPr>
              <a:defRPr sz="9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</a:t>
            </a:r>
            <a:r>
              <a:rPr dirty="0" err="1"/>
              <a:t>alertas-resumen</a:t>
            </a:r>
            <a:r>
              <a:rPr dirty="0"/>
              <a:t>: </a:t>
            </a:r>
            <a:r>
              <a:rPr dirty="0" err="1"/>
              <a:t>Conteos</a:t>
            </a:r>
            <a:r>
              <a:rPr dirty="0"/>
              <a:t> </a:t>
            </a:r>
            <a:r>
              <a:rPr dirty="0" err="1"/>
              <a:t>correctos</a:t>
            </a:r>
            <a:r>
              <a:rPr dirty="0"/>
              <a:t>: </a:t>
            </a:r>
            <a:r>
              <a:rPr dirty="0" err="1"/>
              <a:t>bajo_stock</a:t>
            </a:r>
            <a:r>
              <a:rPr dirty="0"/>
              <a:t>, </a:t>
            </a:r>
            <a:r>
              <a:rPr dirty="0" err="1"/>
              <a:t>por_vencer</a:t>
            </a:r>
            <a:r>
              <a:rPr dirty="0"/>
              <a:t>, </a:t>
            </a:r>
            <a:r>
              <a:rPr dirty="0" err="1"/>
              <a:t>vencidos</a:t>
            </a:r>
            <a:endParaRPr dirty="0"/>
          </a:p>
          <a:p>
            <a:pPr>
              <a:defRPr sz="9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/export/excel: </a:t>
            </a:r>
            <a:r>
              <a:rPr dirty="0" err="1"/>
              <a:t>Exportación</a:t>
            </a:r>
            <a:r>
              <a:rPr dirty="0"/>
              <a:t> </a:t>
            </a:r>
            <a:r>
              <a:rPr dirty="0" err="1"/>
              <a:t>exitosa</a:t>
            </a:r>
            <a:r>
              <a:rPr dirty="0"/>
              <a:t> → 200 + </a:t>
            </a:r>
            <a:r>
              <a:rPr dirty="0" err="1"/>
              <a:t>archivo</a:t>
            </a:r>
            <a:r>
              <a:rPr dirty="0"/>
              <a:t> </a:t>
            </a:r>
            <a:r>
              <a:rPr dirty="0" err="1"/>
              <a:t>descargable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/>
              <a:t>6. </a:t>
            </a:r>
            <a:r>
              <a:rPr dirty="0" err="1"/>
              <a:t>Pruebas</a:t>
            </a:r>
            <a:r>
              <a:rPr dirty="0"/>
              <a:t> de Caja Blanca (</a:t>
            </a:r>
            <a:r>
              <a:rPr dirty="0" err="1"/>
              <a:t>Lógica</a:t>
            </a:r>
            <a:r>
              <a:rPr dirty="0"/>
              <a:t> Interna)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 b="1"/>
            </a:pPr>
            <a:r>
              <a:t>Lógica Interna - Validación de Implementación</a:t>
            </a:r>
          </a:p>
          <a:p>
            <a:pPr>
              <a:defRPr sz="900" b="1"/>
            </a:pPr>
            <a:r>
              <a:t>_build_filters(año, mes, libro_id)</a:t>
            </a:r>
          </a:p>
          <a:p>
            <a:pPr lvl="1">
              <a:defRPr sz="800"/>
            </a:pPr>
            <a:r>
              <a:t>Genera rango mensual correcto: [01/01 - 31/12]</a:t>
            </a:r>
          </a:p>
          <a:p>
            <a:pPr>
              <a:defRPr sz="900" b="1"/>
            </a:pPr>
            <a:r>
              <a:t>_build_filters(año)</a:t>
            </a:r>
          </a:p>
          <a:p>
            <a:pPr lvl="1">
              <a:defRPr sz="800"/>
            </a:pPr>
            <a:r>
              <a:t>Genera rango anual correcto sin filtro de mes</a:t>
            </a:r>
          </a:p>
          <a:p>
            <a:pPr>
              <a:defRPr sz="900" b="1"/>
            </a:pPr>
            <a:r>
              <a:t>recompute_saldos(libro_id)</a:t>
            </a:r>
          </a:p>
          <a:p>
            <a:pPr lvl="1">
              <a:defRPr sz="800"/>
            </a:pPr>
            <a:r>
              <a:t>Recalcula acumulado en orden (fecha, id)</a:t>
            </a:r>
          </a:p>
          <a:p>
            <a:pPr>
              <a:defRPr sz="900" b="1"/>
            </a:pPr>
            <a:r>
              <a:t>_productos_qs_for_user(usuario)</a:t>
            </a:r>
          </a:p>
          <a:p>
            <a:pPr lvl="1">
              <a:defRPr sz="800"/>
            </a:pPr>
            <a:r>
              <a:t>Usuario ve solo sus productos, admin ve todos</a:t>
            </a:r>
          </a:p>
          <a:p>
            <a:pPr>
              <a:defRPr sz="900" b="1"/>
            </a:pPr>
            <a:r>
              <a:t>calcular_alerta_stock(producto)</a:t>
            </a:r>
          </a:p>
          <a:p>
            <a:pPr lvl="1">
              <a:defRPr sz="800"/>
            </a:pPr>
            <a:r>
              <a:t>Alerta activa si stock &lt; stock_minimo</a:t>
            </a:r>
          </a:p>
          <a:p>
            <a:pPr>
              <a:defRPr sz="900" b="1"/>
            </a:pPr>
            <a:r>
              <a:t>calcular_alerta_vencimiento(producto)</a:t>
            </a:r>
          </a:p>
          <a:p>
            <a:pPr lvl="1">
              <a:defRPr sz="800"/>
            </a:pPr>
            <a:r>
              <a:t>Alerta activa si fecha &lt; hoy + dias_alerta</a:t>
            </a:r>
          </a:p>
          <a:p>
            <a:pPr>
              <a:defRPr sz="900" b="1"/>
            </a:pPr>
            <a:r>
              <a:t>registrar_auditoria(acción)</a:t>
            </a:r>
          </a:p>
          <a:p>
            <a:pPr lvl="1">
              <a:defRPr sz="800"/>
            </a:pPr>
            <a:r>
              <a:t>Cada cambio genera entrada en tabla auditoria</a:t>
            </a:r>
          </a:p>
          <a:p>
            <a:pPr>
              <a:defRPr sz="900" b="1"/>
            </a:pPr>
            <a:r>
              <a:t>sincronizar_libro_nombre(movimiento)</a:t>
            </a:r>
          </a:p>
          <a:p>
            <a:pPr lvl="1">
              <a:defRPr sz="800"/>
            </a:pPr>
            <a:r>
              <a:t>nombre en movimiento = nombre en libro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7. Resultados de Ejecución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✅ RESUMEN EJECUCIÓN DE PRUEBAS</a:t>
            </a:r>
          </a:p>
          <a:p>
            <a:pPr>
              <a:defRPr sz="1100"/>
            </a:pPr>
            <a:r>
              <a:t>Fecha: 8 de mayo de 2026</a:t>
            </a:r>
          </a:p>
          <a:p>
            <a:pPr>
              <a:defRPr sz="1100"/>
            </a:pPr>
            <a:r>
              <a:t>Total de pruebas ejecutadas: 13</a:t>
            </a:r>
          </a:p>
          <a:p>
            <a:pPr>
              <a:defRPr sz="1100" b="1">
                <a:solidFill>
                  <a:srgbClr val="008000"/>
                </a:solidFill>
              </a:defRPr>
            </a:pPr>
            <a:r>
              <a:t>Pruebas exitosas: 13 ✓</a:t>
            </a:r>
          </a:p>
          <a:p>
            <a:pPr>
              <a:defRPr sz="1100"/>
            </a:pPr>
            <a:r>
              <a:t>Pruebas fallidas: 0</a:t>
            </a:r>
          </a:p>
          <a:p>
            <a:pPr>
              <a:defRPr sz="1100"/>
            </a:pPr>
            <a:r>
              <a:t>Porcentaje de cobertura: 100%</a:t>
            </a:r>
          </a:p>
          <a:p>
            <a:br/>
            <a:r>
              <a:t>Módulos Cubiertos:</a:t>
            </a:r>
          </a:p>
          <a:p>
            <a:pPr lvl="1">
              <a:defRPr sz="1000"/>
            </a:pPr>
            <a:r>
              <a:t>✓ apps.movimientos</a:t>
            </a:r>
          </a:p>
          <a:p>
            <a:pPr lvl="1">
              <a:defRPr sz="1000"/>
            </a:pPr>
            <a:r>
              <a:t>✓ apps.inventario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8. Conclusiones y Hallazgos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100" b="1"/>
            </a:pPr>
            <a:r>
              <a:t>• Calidad de API</a:t>
            </a:r>
          </a:p>
          <a:p>
            <a:pPr lvl="1">
              <a:defRPr sz="900"/>
            </a:pPr>
            <a:r>
              <a:t>  Endpoints protegidos correctamente (403 sin credenciales)</a:t>
            </a:r>
          </a:p>
          <a:p>
            <a:pPr>
              <a:defRPr sz="1100" b="1"/>
            </a:pPr>
            <a:r>
              <a:t>• Integridad de Datos</a:t>
            </a:r>
          </a:p>
          <a:p>
            <a:pPr lvl="1">
              <a:defRPr sz="900"/>
            </a:pPr>
            <a:r>
              <a:t>  Saldos calculados correctamente en orden (fecha, id)</a:t>
            </a:r>
          </a:p>
          <a:p>
            <a:pPr>
              <a:defRPr sz="1100" b="1"/>
            </a:pPr>
            <a:r>
              <a:t>• Aislamiento por Usuario</a:t>
            </a:r>
          </a:p>
          <a:p>
            <a:pPr lvl="1">
              <a:defRPr sz="900"/>
            </a:pPr>
            <a:r>
              <a:t>  Cada usuario ve solo sus datos</a:t>
            </a:r>
          </a:p>
          <a:p>
            <a:pPr>
              <a:defRPr sz="1100" b="1"/>
            </a:pPr>
            <a:r>
              <a:t>• Validaciones de Negocio</a:t>
            </a:r>
          </a:p>
          <a:p>
            <a:pPr lvl="1">
              <a:defRPr sz="900"/>
            </a:pPr>
            <a:r>
              <a:t>  Restricciones de año y duplicados funcionan</a:t>
            </a:r>
          </a:p>
          <a:p>
            <a:pPr>
              <a:defRPr sz="1100" b="1"/>
            </a:pPr>
            <a:r>
              <a:t>• Alertas Operacionales</a:t>
            </a:r>
          </a:p>
          <a:p>
            <a:pPr lvl="1">
              <a:defRPr sz="900"/>
            </a:pPr>
            <a:r>
              <a:t>  Sistema de alertas de stock y vencimiento activo</a:t>
            </a:r>
          </a:p>
          <a:p>
            <a:pPr>
              <a:defRPr sz="1100" b="1"/>
            </a:pPr>
            <a:r>
              <a:t>• Auditoría</a:t>
            </a:r>
          </a:p>
          <a:p>
            <a:pPr lvl="1">
              <a:defRPr sz="900"/>
            </a:pPr>
            <a:r>
              <a:t>  Todos los cambios son registrados y trazables</a:t>
            </a:r>
          </a:p>
          <a:p>
            <a:pPr>
              <a:defRPr sz="1100" b="1"/>
            </a:pPr>
            <a:r>
              <a:t>• Estabilidad</a:t>
            </a:r>
          </a:p>
          <a:p>
            <a:pPr lvl="1">
              <a:defRPr sz="900"/>
            </a:pPr>
            <a:r>
              <a:t>  Cero fallas en batería de pruebas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1152</Words>
  <Application>Microsoft Office PowerPoint</Application>
  <PresentationFormat>Presentación en pantalla (4:3)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📊 LIBRO FISCAL v2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Blanca Ines Cortes Rojas</cp:lastModifiedBy>
  <cp:revision>2</cp:revision>
  <dcterms:created xsi:type="dcterms:W3CDTF">2013-01-27T09:14:16Z</dcterms:created>
  <dcterms:modified xsi:type="dcterms:W3CDTF">2026-05-09T19:05:05Z</dcterms:modified>
  <cp:category/>
</cp:coreProperties>
</file>